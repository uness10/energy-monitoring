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548640"/>
            <a:ext cx="137160" cy="13716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371600"/>
            <a:ext cx="137160" cy="13716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194560"/>
            <a:ext cx="137160" cy="13716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3017520"/>
            <a:ext cx="137160" cy="13716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3840480"/>
            <a:ext cx="137160" cy="13716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822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Energy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22960" y="1600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System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822960" y="2487168"/>
            <a:ext cx="4114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6334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Energy and Health Monitoring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Heterogeneous Nodes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Monitoring Project Team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MLab / Distributed Systems Project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10058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492240" y="1664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KPIs per Node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92240" y="2240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492240" y="2898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Types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92240" y="3474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492240" y="4133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698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goals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069848"/>
            <a:ext cx="384048" cy="3840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200400" y="9601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960120"/>
            <a:ext cx="54864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10698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8328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choices &amp; rationale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069848"/>
            <a:ext cx="384048" cy="38404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035040" y="9601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960120"/>
            <a:ext cx="54864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0" y="10698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1792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21792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performance results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069848"/>
            <a:ext cx="384048" cy="38404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65760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2788920"/>
            <a:ext cx="54864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28986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54864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486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flow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898648"/>
            <a:ext cx="384048" cy="38404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3200400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00400" y="2788920"/>
            <a:ext cx="54864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383280" y="28986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338328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33832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APIs, data model, reliability</a:t>
            </a:r>
            <a:endParaRPr lang="en-US" sz="10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898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Context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54864" cy="31089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4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labs use many machine types, but energy usage is often invisible.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93852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node wastes power at idle?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application consumes most energy?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lab's footprint evolve over time?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14400"/>
            <a:ext cx="54864" cy="3108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GOAL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distributed platform to collect, store, and visualize energy &amp; health metrics.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93852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Workstations, Raspberry Pi &amp; mobile nodes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time-series storage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dashboard with historical views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System Delivers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14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KPIs per Node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914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68880" y="1664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Interval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914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1664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Types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914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66560" y="1664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14600"/>
            <a:ext cx="54864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SCOPE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94436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Per-application energy attribution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and historical views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Multi-node status tracking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514600"/>
            <a:ext cx="54864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GOALS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94436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Low-latency reads for 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Reliable ingestion during outages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replication for resilience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API-based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KPIs: voltage · CPU frequency · CPU utilization · RAM utilization · temperature · power · energy · uptime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118872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D8B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3.12 · psutil · RAPL · INA219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node KPIs, estimate per-app energy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96012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1184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· Pydantic · JWT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payloads, REST endpoints, auth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86000"/>
            <a:ext cx="54864" cy="118872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E57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ClickHouse · ClickHouse Keeper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Time-series storage, replication, analytics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286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286000"/>
            <a:ext cx="54864" cy="11887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6A6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01184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· Tailwind CSS · Recharts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01184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dashboard, historical charts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11880"/>
            <a:ext cx="54864" cy="1188720"/>
          </a:xfrm>
          <a:prstGeom prst="rect">
            <a:avLst/>
          </a:prstGeom>
          <a:solidFill>
            <a:srgbClr val="EF8C2E"/>
          </a:solidFill>
          <a:ln w="12700">
            <a:solidFill>
              <a:srgbClr val="EF8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8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· systemd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" y="4325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services, Linux daemon deployment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3611880"/>
            <a:ext cx="54864" cy="1188720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C4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01184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scripts · synthetic generators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184" y="4325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latency and ingestion throughput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Choices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471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033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13075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REST layer with automatic API documentation and schema validation out of the box.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175564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75564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ClickHouse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60120" y="21031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Purpose-built for analytical time-series workloads; supports materialized views for fast aggregation.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20040" y="255117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2551176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576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2624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60120" y="28986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Improves resilience and keeps the storage layer aligned with distributed project requirements.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334670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346704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1129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3419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Recharts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60120" y="36941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Sufficient for live charts without adding unnecessary complexity to the frontend layer.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" y="414223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" y="4142232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0682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4215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Daemon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60120" y="44897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Keeps collectors modular and portable across workstations, Raspberry Pi, and mobile clients.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Benchmark 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Benchmark phase in progress — results will be finalized for the final presentation.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850392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Query / Workload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PostgreSQL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ClickHouse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InfluxDB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4th DB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Raw 15 min, single node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Raw 15 min, all nodes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Aggregated 24 h, single node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Aggregated 7 d, all nodes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Ingestion throughput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FA8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TBD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343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script ready in the repository. Targets query latency (avg + P95) and write throughput.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generator produces data for multiple nodes across fixed time windows.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96012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960120"/>
            <a:ext cx="54864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01184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1184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query runs 10 times; report average latency and P95 latency.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43200"/>
            <a:ext cx="54864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Types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657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vs. aggregated queries · Single-node vs. all-node · Ingestion throughput under continuous writes.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74320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743200"/>
            <a:ext cx="54864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01184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Goal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01184" y="3657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the dashboard stays responsive while data is continuously ingested.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286000" cy="3474720"/>
          </a:xfrm>
          <a:prstGeom prst="rect">
            <a:avLst/>
          </a:prstGeom>
          <a:solidFill>
            <a:srgbClr val="1B2D45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NODES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48132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48132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Daemon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4144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Daemon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40156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82880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175564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78892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71576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74904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67588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331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11880" y="1005840"/>
            <a:ext cx="2286000" cy="3474720"/>
          </a:xfrm>
          <a:prstGeom prst="rect">
            <a:avLst/>
          </a:prstGeom>
          <a:solidFill>
            <a:srgbClr val="1B2D45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444752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749040" y="201168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+ JWT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Payload Validation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Routing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Heartbeat Tracker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97880" y="2240280"/>
            <a:ext cx="7772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29400" y="216712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70448" y="23042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720840" y="1005840"/>
            <a:ext cx="2103120" cy="1508760"/>
          </a:xfrm>
          <a:prstGeom prst="rect">
            <a:avLst/>
          </a:prstGeom>
          <a:solidFill>
            <a:srgbClr val="1B2D45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812280" y="10972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DASHBOARD</a:t>
            </a:r>
            <a:endParaRPr lang="en-US" sz="75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89888"/>
            <a:ext cx="411480" cy="41148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81228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Recharts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897880" y="1554480"/>
            <a:ext cx="777240" cy="3657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870448" y="13258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API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6720840" y="2697480"/>
            <a:ext cx="2103120" cy="1783080"/>
          </a:xfrm>
          <a:prstGeom prst="rect">
            <a:avLst/>
          </a:prstGeom>
          <a:solidFill>
            <a:srgbClr val="1B2D45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6812280" y="2788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CLICKHOUSE CLUSTER</a:t>
            </a:r>
            <a:endParaRPr lang="en-US" sz="7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127248"/>
            <a:ext cx="384048" cy="38404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812280" y="362102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+ Aggregated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Materialized Views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End-to-end: collect → send → store → visualize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822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51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SIDE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058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Periodic collection every 5–10 seconds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buffer for temporary network failures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registration and API-key ingestion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KPIs and app-level metric support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960120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960120"/>
            <a:ext cx="54864" cy="3822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1051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 SIDE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100584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9204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 of all monitored nodes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monitoring page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analytics with aggregation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Per-node and per-application breakdown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PROTOCOL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804672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24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D8B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344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node runs a daemon that reads local sensors and OS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7452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2585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authenticates requests, validates payloads, updates heartbeat, routes reads and writes.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88920"/>
            <a:ext cx="54864" cy="80467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52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57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ClickHouse stores raw metrics and materialized views for hourly and daily aggregation.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03320"/>
            <a:ext cx="54864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6A6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0873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queries the backend and adapts aggregation level to the selected time range.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Logic: We separate collection, API logic, storage, and visualization so each layer can evolve independently.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Protocol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PROTOCOL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100584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Source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Method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Daemon → Backend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6B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 /api/v1/metrics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API Key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Send timestamped KPI batches and optional app metrics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Dashboard → Backend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6B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 /api/v1/metrics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JWT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Read raw or filtered metrics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Dashboard → Backend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6B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 aggregated endpoints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JWT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Read downsampled data for long time ranges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Dashboard → Backend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6B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 /api/v1/nodes, /summary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JWT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Read node status and system summary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42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Backend → ClickHouse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6B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Native / HTTP client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DB Creds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4A6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Insert records and execute analytical queries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&amp; Reliability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PROTOCOL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822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51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record is structured around: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810512"/>
            <a:ext cx="37490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18745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1305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3865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6426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8986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for ingestion → efficient for analytical queries.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54864" cy="3822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51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FEATURES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17904"/>
            <a:ext cx="256032" cy="25603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754880" y="148132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536192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120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Replicated ClickHouse Setup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212080" y="1773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single point of failure in storage.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22576"/>
            <a:ext cx="256032" cy="25603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754880" y="22860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340864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1208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File-backed Retry Buffer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21208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survive temporary network outages.</a:t>
            </a:r>
            <a:endParaRPr lang="en-US" sz="9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27248"/>
            <a:ext cx="256032" cy="25603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754880" y="30906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145536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1208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Heartbeat Tracking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2120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in real-time which nodes are online.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931920"/>
            <a:ext cx="256032" cy="25603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4754880" y="3895344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950208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1208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Materialized Views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521208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Pre-aggregated data for fast dashboard reads.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Request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754880"/>
            <a:ext cx="14630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PROTOCOL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8BF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86968" y="10058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764792" y="1261872"/>
            <a:ext cx="2743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28800"/>
            <a:ext cx="1691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1508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Daemon gathers system metrics and app-level energy data from sensors and 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10058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83864" y="1261872"/>
            <a:ext cx="2743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39112" y="1828800"/>
            <a:ext cx="1691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30552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30552" y="2359152"/>
            <a:ext cx="1508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payload is sent to the backend with the node's API key for authentication.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10058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02936" y="1261872"/>
            <a:ext cx="2743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8184" y="1828800"/>
            <a:ext cx="1691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9624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9624" y="2359152"/>
            <a:ext cx="1508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validates the payload and inserts rows into ClickHouse.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44184" y="10058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22008" y="1261872"/>
            <a:ext cx="2743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77256" y="1828800"/>
            <a:ext cx="1691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68696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68696" y="2359152"/>
            <a:ext cx="1508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Materialized views automatically prepare hourly and daily aggregates.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63256" y="10058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63256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196328" y="1828800"/>
            <a:ext cx="1691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87768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87768" y="2359152"/>
            <a:ext cx="1508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4A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requests raw or aggregated data depending on the selected time range.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Energy Monitoring System  ·  MLab / Distributed Systems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Energy Monitoring System</dc:title>
  <dc:subject>PptxGenJS Presentation</dc:subject>
  <dc:creator>PptxGenJS</dc:creator>
  <cp:lastModifiedBy>PptxGenJS</cp:lastModifiedBy>
  <cp:revision>1</cp:revision>
  <dcterms:created xsi:type="dcterms:W3CDTF">2026-04-06T08:12:59Z</dcterms:created>
  <dcterms:modified xsi:type="dcterms:W3CDTF">2026-04-06T08:12:59Z</dcterms:modified>
</cp:coreProperties>
</file>